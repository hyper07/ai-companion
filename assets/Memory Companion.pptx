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7663"/>
            <a:ext cx="9144000" cy="64008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DD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AI FOR GOOD HACKATHON  ·  FEB 27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Companion for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BDD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Dementia Patients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patients a voice. Giving families their time back.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3657600" cy="45720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47472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5021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94560" y="347472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35021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0" y="347472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35021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347472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35021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343400"/>
            <a:ext cx="9144000" cy="731520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Kibaek Kim  ·  Columbia University Alumni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Dementia doesn't just steal memories — it steals connection.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BDD0E9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2468880" cy="12344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246888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55M+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794967"/>
            <a:ext cx="228600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worldwide living with dementia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078992"/>
            <a:ext cx="2468880" cy="1234440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70432"/>
            <a:ext cx="246888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29000" y="1794967"/>
            <a:ext cx="228600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needed — impossible for families alone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078992"/>
            <a:ext cx="2468880" cy="1234440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170432"/>
            <a:ext cx="246888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09360" y="1794967"/>
            <a:ext cx="228600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unmet need: consistent emotional companionship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50592"/>
            <a:ext cx="82296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450592"/>
            <a:ext cx="64008" cy="1572768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542032"/>
            <a:ext cx="78638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reality:
</a:t>
            </a:r>
            <a:pPr indent="0" marL="0">
              <a:buNone/>
            </a:pPr>
            <a:r>
              <a:rPr lang="en-US" sz="12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Dementia patients lose the ability to recognize family members, navigate technology, or hold a conversation without confusion or distress. Families cannot always be present. Caregivers are stretched thin.
</a:t>
            </a:r>
            <a:pPr indent="0" marL="0">
              <a:buNone/>
            </a:pPr>
            <a:r>
              <a:rPr lang="en-US" sz="1200" b="1" dirty="0">
                <a:solidFill>
                  <a:srgbClr val="3D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emotional cost of that absence is enormous — for patients and loved ones alike.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96519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Companion for Dementia Patients  ·  Columbia AI for Good Hackathon  ·  Feb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voice-based AI companion that makes patients feel heard, safe, and less alone.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BDD0E9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920240" cy="3474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1556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Conversation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99616"/>
            <a:ext cx="1645920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speak naturally — no buttons, no screens, no learning curve. The AI listens and responds like a familiar, caring presence.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33472" y="1078992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33472" y="1078992"/>
            <a:ext cx="1920240" cy="347472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11556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AI Family Call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70632" y="1499616"/>
            <a:ext cx="1645920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trained voice cloned from a real family member, the AI simulates an actual phone call. Patients hear a familiar voice — indistinguishable from the real thing.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9744" y="1078992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9744" y="1078992"/>
            <a:ext cx="1920240" cy="347472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11556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Games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46904" y="1499616"/>
            <a:ext cx="1645920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 cognitive games keep patients engaged and mentally active — word recall, memory matching, and story prompts designed for dementia-friendly interaction.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86016" y="1078992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86016" y="1078992"/>
            <a:ext cx="1920240" cy="347472"/>
          </a:xfrm>
          <a:prstGeom prst="rect">
            <a:avLst/>
          </a:prstGeom>
          <a:solidFill>
            <a:srgbClr val="14406B"/>
          </a:solidFill>
          <a:ln w="12700">
            <a:solidFill>
              <a:srgbClr val="1440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95744" y="111556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23176" y="1499616"/>
            <a:ext cx="1645920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members don't have to repeat the same conversations endlessly. The AI handles it — same warmth, same voice, every single time — 24/7.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547872"/>
            <a:ext cx="8229600" cy="566928"/>
          </a:xfrm>
          <a:prstGeom prst="rect">
            <a:avLst/>
          </a:prstGeom>
          <a:solidFill>
            <a:srgbClr val="D4EDD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611880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patient picks up. A familiar voice answers. The family gets their time back — and the patient never feels alone.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96519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Companion for Dementia Patients  ·  Columbia AI for Good Hackathon  ·  Feb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elegant system built from best-in-class tools.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BDD0E9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920240" cy="5029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6642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Speaks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084832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captured directly in the browser — no app install needed.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2286000"/>
            <a:ext cx="256032" cy="54864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33472" y="1078992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33472" y="1078992"/>
            <a:ext cx="1920240" cy="502920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1097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24912" y="16642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Understands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084832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STT transcribes speech. OpenAI processes context and generates a warm, safe response.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53712" y="2286000"/>
            <a:ext cx="256032" cy="54864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9744" y="1078992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9744" y="1078992"/>
            <a:ext cx="1920240" cy="5029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1097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901184" y="16642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Delivered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9472" y="2084832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TTS converts the reply into natural human-sounding voice, played back instantly.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29984" y="2286000"/>
            <a:ext cx="256032" cy="54864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86016" y="1078992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86016" y="1078992"/>
            <a:ext cx="1920240" cy="502920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86016" y="1097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77456" y="16642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in Real Time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95744" y="2084832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backend keeps everything live — caregiver dashboards update instantly.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840480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React  +  Convex (real-time backend)  +  OpenAI (conversation)  +  ElevenLabs (voice) — all cloud-hosted, no infrastructure to manage.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96519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Companion for Dementia Patients  ·  Columbia AI for Good Hackathon  ·  Feb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— Why 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doesn't replace human care. It fills the gaps human care cannot cover.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BDD0E9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3931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3931920" cy="347472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15568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Works Here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99616"/>
            <a:ext cx="3657600" cy="2093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Dementia patients respond powerfully to voice and familiarity — AI makes consistent, patient, always-available companionship possible at scale.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hardest burdens for families is repeating the same conversations over and over. The AI takes that on — with the same warmth, every time, without exhaustion.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requires zero technical skill from the patient. No screen, no button, no app — just a phone call.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078992"/>
            <a:ext cx="3931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78992"/>
            <a:ext cx="3931920" cy="3474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115568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Different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499616"/>
            <a:ext cx="3657600" cy="2093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ElevenLabs voice cloning, the AI sounds exactly like a real family member. To the patient, it is indistinguishable from an actual phone call — familiar, warm, and safe.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fine-tune the AI with real memories — names, stories, favorite topics — using ChatGPT. The companion doesn't just sound familiar. It knows your family.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mini games keep patients mentally active and engaged between conversations.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822192"/>
            <a:ext cx="8229600" cy="256032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VibeFlow?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3840480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UI to build &amp; deploy AI MVPs  ·  Native ElevenLabs integration  ·  Cloud hosting built-in  ·  No infrastructure setup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187952"/>
            <a:ext cx="8229600" cy="502920"/>
          </a:xfrm>
          <a:prstGeom prst="rect">
            <a:avLst/>
          </a:prstGeom>
          <a:solidFill>
            <a:srgbClr val="BDD0E9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24281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Reduced patient anxiety  ·  Family peace of mind  ·  Caregiver support  ·  Scalable across facilities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96519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Companion for Dementia Patients  ·  Columbia AI for Good Hackathon  ·  Feb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MVP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that proves the concept — deployable today.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BDD0E9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3931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3931920" cy="347472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15568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Prototype Delivers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99616"/>
            <a:ext cx="3657600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Virtual AI family call — trained voice, feels like the real thing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Handles repetitive conversations so families don't have 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Fine-tuned with family memories via ChatGPT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Mini games for cognitive engagement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AI responses via OpenAI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backend sync via Convex cloud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78992"/>
            <a:ext cx="3931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78992"/>
            <a:ext cx="3931920" cy="347472"/>
          </a:xfrm>
          <a:prstGeom prst="rect">
            <a:avLst/>
          </a:prstGeom>
          <a:solidFill>
            <a:srgbClr val="555F6E"/>
          </a:solidFill>
          <a:ln w="12700">
            <a:solidFill>
              <a:srgbClr val="555F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115568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 Out of Scope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499616"/>
            <a:ext cx="3657600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Full medical certification or clinical trials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EHR integration (Electronic Health Records)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Biometric monitoring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model training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prototype — scoped to prove value, not to launch a hospital system.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47872"/>
            <a:ext cx="8229600" cy="56692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11880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version of this idea that still delivers real value — and that is exactly what we built.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96519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Companion for Dementia Patients  ·  Columbia AI for Good Hackathon  ·  Feb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&amp; Impact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shows feasibility. A sustainability model shows long-term viability.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BDD0E9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87552"/>
            <a:ext cx="3886200" cy="2926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BOTTOM 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987552"/>
            <a:ext cx="3886200" cy="292608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05840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BUSINESS MODEL CANVAS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353312"/>
            <a:ext cx="1188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173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17556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048256"/>
            <a:ext cx="104241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dignity restored. Family caregiver burden reduced. Consistent emotional support for the most vulnerable.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83080" y="1353312"/>
            <a:ext cx="1188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14173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83080" y="17556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56232" y="2048256"/>
            <a:ext cx="104241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software-based. No physical infrastructure. Low energy footprint — scales without waste.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08960" y="1353312"/>
            <a:ext cx="1188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14173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108960" y="17556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82112" y="2048256"/>
            <a:ext cx="104241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SaaS model. Per-user API pricing grows with impact. Clear path to facility, family, and insurer revenue.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1353312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1353312"/>
            <a:ext cx="1828800" cy="23774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380744"/>
            <a:ext cx="1682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73752" y="1627632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Dementia patients &amp; their families. Caregivers in facilities.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93992" y="1353312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93992" y="1353312"/>
            <a:ext cx="1828800" cy="237744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67144" y="1380744"/>
            <a:ext cx="1682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67144" y="1627632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AI companion with a familiar voice. Reduces isolation and family burden.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2313432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2313432"/>
            <a:ext cx="1828800" cy="23774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2340864"/>
            <a:ext cx="1682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Measurement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73752" y="2587752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engagement time. Caregiver hours saved. Family satisfaction scores.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93992" y="2313432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93992" y="2313432"/>
            <a:ext cx="1828800" cy="237744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67144" y="2340864"/>
            <a:ext cx="1682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Model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67144" y="2587752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licensing · Family plans · Insurance partnerships · Per-usage API pricing.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310128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310128"/>
            <a:ext cx="64008" cy="530352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3364992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transparency: </a:t>
            </a:r>
            <a:pPr indent="0" marL="0">
              <a:buNone/>
            </a:pPr>
            <a:r>
              <a:rPr lang="en-US" sz="11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ElevenLabs, and Convex are per-usage APIs — pricing scales with the number of patients served. This is a feature, not a flaw: revenue grows directly with social impact.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3968496"/>
            <a:ext cx="8229600" cy="5029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02336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prototype shows feasibility  ·  Your sustainability thinking shows long-term viability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96519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Companion for Dementia Patients  ·  Columbia AI for Good Hackathon  ·  Feb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family memories become a real conversation.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BDD0E9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87552"/>
            <a:ext cx="1920240" cy="25603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0584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33472" y="987552"/>
            <a:ext cx="1920240" cy="256032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100584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19472" y="987552"/>
            <a:ext cx="1920240" cy="25603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00584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LAYER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205472" y="987552"/>
            <a:ext cx="1920240" cy="256032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05472" y="100584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1353312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1353312"/>
            <a:ext cx="1920240" cy="32918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Family Input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17373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Names &amp; relationships
</a:t>
            </a:r>
            <a:pPr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Shared stories &amp; events
</a:t>
            </a:r>
            <a:pPr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Favorite topics
</a:t>
            </a:r>
            <a:pPr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Personal phrases
</a:t>
            </a:r>
            <a:pPr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Voice recordings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33472" y="1353312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33472" y="1353312"/>
            <a:ext cx="1920240" cy="329184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ChatGPT Custom Model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24912" y="17373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
</a:t>
            </a:r>
            <a:pPr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memories
</a:t>
            </a:r>
            <a:pPr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Understands patient context
</a:t>
            </a:r>
            <a:pPr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Responds in family's tone
</a:t>
            </a:r>
            <a:pPr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Recalls personal details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19472" y="1353312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19472" y="1353312"/>
            <a:ext cx="1920240" cy="32918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ElevenLabs Agent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10912" y="17373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
</a:t>
            </a:r>
            <a:pPr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ChatGPT LLM
</a:t>
            </a:r>
            <a:pPr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Cloned family member voice
</a:t>
            </a:r>
            <a:pPr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STT + TTS in real time
</a:t>
            </a:r>
            <a:pPr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Feels like a real call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205472" y="1353312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05472" y="1353312"/>
            <a:ext cx="1920240" cy="329184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05472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VibeFlow Fullstack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96912" y="17373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Convex
</a:t>
            </a:r>
            <a:pPr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backend
</a:t>
            </a:r>
            <a:pPr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Patient voice interface
</a:t>
            </a:r>
            <a:pPr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Caregiver dashboard
</a:t>
            </a:r>
            <a:pPr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Live session sync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67712" y="2221992"/>
            <a:ext cx="292608" cy="73152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23744" y="2167128"/>
            <a:ext cx="73152" cy="182880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0" y="2203704"/>
            <a:ext cx="54864" cy="109728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53712" y="2221992"/>
            <a:ext cx="292608" cy="73152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9744" y="2167128"/>
            <a:ext cx="73152" cy="182880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2203704"/>
            <a:ext cx="54864" cy="109728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39712" y="2221992"/>
            <a:ext cx="292608" cy="73152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95744" y="2167128"/>
            <a:ext cx="73152" cy="182880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2320" y="2203704"/>
            <a:ext cx="54864" cy="109728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32186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D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memories → AI understands → Voice speaks → Patient hears a loved one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47472" y="3566160"/>
            <a:ext cx="8449056" cy="56692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62102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 Patient Experience: Browser opens → Familiar voice answers → Natural conversation + mini games → Family stays connected, effortlessly.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96519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Companion for Dementia Patients  ·  Columbia AI for Good Hackathon  ·  Feb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7663"/>
            <a:ext cx="9144000" cy="64008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about building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DD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impressive.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about building something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DD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matters.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48640" y="3401568"/>
            <a:ext cx="4572000" cy="45720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931920"/>
            <a:ext cx="9144000" cy="914400"/>
          </a:xfrm>
          <a:prstGeom prst="rect">
            <a:avLst/>
          </a:prstGeom>
          <a:solidFill>
            <a:srgbClr val="3D6CA8"/>
          </a:solidFill>
          <a:ln w="12700">
            <a:solidFill>
              <a:srgbClr val="3D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Kibaek Kim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917-304-8404  ·  kk3789@columbia.edu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Companion for Dementia Patients</dc:title>
  <dc:subject>PptxGenJS Presentation</dc:subject>
  <dc:creator>PptxGenJS</dc:creator>
  <cp:lastModifiedBy>PptxGenJS</cp:lastModifiedBy>
  <cp:revision>1</cp:revision>
  <dcterms:created xsi:type="dcterms:W3CDTF">2026-02-26T02:21:35Z</dcterms:created>
  <dcterms:modified xsi:type="dcterms:W3CDTF">2026-02-26T02:21:35Z</dcterms:modified>
</cp:coreProperties>
</file>